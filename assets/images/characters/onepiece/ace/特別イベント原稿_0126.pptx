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7" r:id="rId2"/>
  </p:sldIdLst>
  <p:sldSz cx="9144000" cy="181038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02">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unya Toda"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916" y="24"/>
      </p:cViewPr>
      <p:guideLst>
        <p:guide orient="horz" pos="570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6T03:36:01.577" idx="3">
    <p:pos x="1515" y="5702"/>
    <p:text>https://www.baystars.co.jp/news/2026/01/0123_05.php
のリンクをいれてください。</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563383" y="685800"/>
            <a:ext cx="1731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bace20800a_0_88:notes"/>
          <p:cNvSpPr>
            <a:spLocks noGrp="1" noRot="1" noChangeAspect="1"/>
          </p:cNvSpPr>
          <p:nvPr>
            <p:ph type="sldImg" idx="2"/>
          </p:nvPr>
        </p:nvSpPr>
        <p:spPr>
          <a:xfrm>
            <a:off x="2563813" y="685800"/>
            <a:ext cx="17319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bace20800a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2620800"/>
            <a:ext cx="8520600" cy="7224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9975723"/>
            <a:ext cx="8520600" cy="2789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7570691"/>
            <a:ext cx="8520600" cy="2963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4056551"/>
            <a:ext cx="8520600" cy="1202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4056551"/>
            <a:ext cx="3999900" cy="1202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4056551"/>
            <a:ext cx="3999900" cy="1202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1955634"/>
            <a:ext cx="2808000" cy="26601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4891197"/>
            <a:ext cx="2808000" cy="11190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1584465"/>
            <a:ext cx="6367800" cy="143991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440"/>
            <a:ext cx="4572000" cy="18104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4340603"/>
            <a:ext cx="4045200" cy="521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9866432"/>
            <a:ext cx="4045200" cy="4347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2548643"/>
            <a:ext cx="3837000" cy="13006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14891032"/>
            <a:ext cx="5998800" cy="21300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3893405"/>
            <a:ext cx="8520600" cy="6911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11095391"/>
            <a:ext cx="8520600" cy="4578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1566426"/>
            <a:ext cx="8520600" cy="2015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4056551"/>
            <a:ext cx="8520600" cy="1202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16413870"/>
            <a:ext cx="548700" cy="13854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706059" y="90150"/>
            <a:ext cx="7766100" cy="537000"/>
          </a:xfrm>
          <a:prstGeom prst="rect">
            <a:avLst/>
          </a:prstGeom>
          <a:solidFill>
            <a:srgbClr val="27418F"/>
          </a:solidFill>
          <a:ln>
            <a:noFill/>
          </a:ln>
        </p:spPr>
        <p:txBody>
          <a:bodyPr spcFirstLastPara="1" wrap="square" lIns="132200" tIns="132200" rIns="132200" bIns="132200" anchor="ctr" anchorCtr="0">
            <a:noAutofit/>
          </a:bodyPr>
          <a:lstStyle/>
          <a:p>
            <a:pPr marL="0" lvl="0" indent="0" algn="l" rtl="0">
              <a:spcBef>
                <a:spcPts val="0"/>
              </a:spcBef>
              <a:spcAft>
                <a:spcPts val="0"/>
              </a:spcAft>
              <a:buNone/>
            </a:pPr>
            <a:r>
              <a:rPr lang="ja" sz="1301" b="1">
                <a:solidFill>
                  <a:srgbClr val="FFFFFF"/>
                </a:solidFill>
              </a:rPr>
              <a:t>応援ポスター＆応援のぼり</a:t>
            </a:r>
            <a:endParaRPr sz="1301" b="1">
              <a:solidFill>
                <a:srgbClr val="FFFFFF"/>
              </a:solidFill>
            </a:endParaRPr>
          </a:p>
        </p:txBody>
      </p:sp>
      <p:sp>
        <p:nvSpPr>
          <p:cNvPr id="60" name="Google Shape;60;p14"/>
          <p:cNvSpPr txBox="1"/>
          <p:nvPr/>
        </p:nvSpPr>
        <p:spPr>
          <a:xfrm>
            <a:off x="706050" y="723900"/>
            <a:ext cx="7766100" cy="1488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1050">
                <a:solidFill>
                  <a:srgbClr val="262626"/>
                </a:solidFill>
                <a:highlight>
                  <a:srgbClr val="FFFFFF"/>
                </a:highlight>
                <a:latin typeface="Helvetica"/>
                <a:ea typeface="Helvetica"/>
                <a:cs typeface="Helvetica"/>
                <a:sym typeface="Helvetica"/>
              </a:rPr>
              <a:t>一軍キャンプ地である宜野湾にて、選手に応援を届けたいファンの皆さまの想いを形にしたコンテンツを新設計いたしました！</a:t>
            </a:r>
            <a:endParaRPr sz="1050">
              <a:solidFill>
                <a:srgbClr val="262626"/>
              </a:solidFill>
              <a:highlight>
                <a:srgbClr val="FFFFFF"/>
              </a:highlight>
              <a:latin typeface="Helvetica"/>
              <a:ea typeface="Helvetica"/>
              <a:cs typeface="Helvetica"/>
              <a:sym typeface="Helvetica"/>
            </a:endParaRPr>
          </a:p>
          <a:p>
            <a:pPr marL="0" lvl="0" indent="0" algn="l" rtl="0">
              <a:lnSpc>
                <a:spcPct val="115000"/>
              </a:lnSpc>
              <a:spcBef>
                <a:spcPts val="800"/>
              </a:spcBef>
              <a:spcAft>
                <a:spcPts val="0"/>
              </a:spcAft>
              <a:buClr>
                <a:schemeClr val="dk1"/>
              </a:buClr>
              <a:buSzPts val="1100"/>
              <a:buFont typeface="Arial"/>
              <a:buNone/>
            </a:pPr>
            <a:r>
              <a:rPr lang="ja" sz="1050">
                <a:solidFill>
                  <a:srgbClr val="262626"/>
                </a:solidFill>
                <a:highlight>
                  <a:srgbClr val="FFFFFF"/>
                </a:highlight>
                <a:latin typeface="Helvetica"/>
                <a:ea typeface="Helvetica"/>
                <a:cs typeface="Helvetica"/>
                <a:sym typeface="Helvetica"/>
              </a:rPr>
              <a:t>CHEER ON THE PLAYERS！は推し選手、応援したい選手の写真が掲載されたポスター／のぼりに名前とメッセージを入れることができる応援広告になります。キャンプ現地へのご来場が難しいファンの皆さまでも、選手に想いをお届けできる設計ですので、リーグ優勝ならびに日本一に向けて、ぜひこの機会に選手に想いを届けましょう！</a:t>
            </a:r>
            <a:endParaRPr sz="1050">
              <a:solidFill>
                <a:srgbClr val="262626"/>
              </a:solidFill>
              <a:highlight>
                <a:srgbClr val="FFFFFF"/>
              </a:highlight>
              <a:latin typeface="Helvetica"/>
              <a:ea typeface="Helvetica"/>
              <a:cs typeface="Helvetica"/>
              <a:sym typeface="Helvetica"/>
            </a:endParaRPr>
          </a:p>
          <a:p>
            <a:pPr marL="0" lvl="0" indent="0" algn="l" rtl="0">
              <a:lnSpc>
                <a:spcPct val="115000"/>
              </a:lnSpc>
              <a:spcBef>
                <a:spcPts val="800"/>
              </a:spcBef>
              <a:spcAft>
                <a:spcPts val="0"/>
              </a:spcAft>
              <a:buClr>
                <a:schemeClr val="dk1"/>
              </a:buClr>
              <a:buSzPts val="1100"/>
              <a:buFont typeface="Arial"/>
              <a:buNone/>
            </a:pPr>
            <a:endParaRPr sz="1100">
              <a:solidFill>
                <a:schemeClr val="dk1"/>
              </a:solidFill>
            </a:endParaRPr>
          </a:p>
        </p:txBody>
      </p:sp>
      <p:sp>
        <p:nvSpPr>
          <p:cNvPr id="61" name="Google Shape;61;p14"/>
          <p:cNvSpPr txBox="1"/>
          <p:nvPr/>
        </p:nvSpPr>
        <p:spPr>
          <a:xfrm>
            <a:off x="3747452" y="7282147"/>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1100" dirty="0">
                <a:solidFill>
                  <a:srgbClr val="FF0000"/>
                </a:solidFill>
              </a:rPr>
              <a:t>※</a:t>
            </a:r>
            <a:r>
              <a:rPr lang="ja" sz="1100" dirty="0">
                <a:solidFill>
                  <a:schemeClr val="dk1"/>
                </a:solidFill>
              </a:rPr>
              <a:t> 写真はイメージです。</a:t>
            </a:r>
            <a:endParaRPr sz="1100" dirty="0">
              <a:solidFill>
                <a:schemeClr val="dk1"/>
              </a:solidFill>
            </a:endParaRPr>
          </a:p>
        </p:txBody>
      </p:sp>
      <p:sp>
        <p:nvSpPr>
          <p:cNvPr id="64" name="Google Shape;64;p14"/>
          <p:cNvSpPr/>
          <p:nvPr/>
        </p:nvSpPr>
        <p:spPr>
          <a:xfrm>
            <a:off x="2405100" y="9052200"/>
            <a:ext cx="4333800" cy="800100"/>
          </a:xfrm>
          <a:prstGeom prst="roundRect">
            <a:avLst>
              <a:gd name="adj" fmla="val 16667"/>
            </a:avLst>
          </a:prstGeom>
          <a:solidFill>
            <a:srgbClr val="27418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a:solidFill>
                  <a:srgbClr val="FFFFFF"/>
                </a:solidFill>
              </a:rPr>
              <a:t>2026年春季キャンプ 応援ポスターと応援のぼりで推し選手にエールを！</a:t>
            </a:r>
            <a:endParaRPr>
              <a:solidFill>
                <a:srgbClr val="FFFFFF"/>
              </a:solidFill>
            </a:endParaRPr>
          </a:p>
        </p:txBody>
      </p:sp>
      <p:sp>
        <p:nvSpPr>
          <p:cNvPr id="65" name="Google Shape;65;p14"/>
          <p:cNvSpPr txBox="1"/>
          <p:nvPr/>
        </p:nvSpPr>
        <p:spPr>
          <a:xfrm>
            <a:off x="3089100" y="8527375"/>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1100" dirty="0">
                <a:solidFill>
                  <a:schemeClr val="dk1"/>
                </a:solidFill>
              </a:rPr>
              <a:t>詳細は以下のニュースをご確認ください。</a:t>
            </a:r>
            <a:endParaRPr sz="1100" dirty="0">
              <a:solidFill>
                <a:schemeClr val="dk1"/>
              </a:solidFill>
            </a:endParaRPr>
          </a:p>
        </p:txBody>
      </p:sp>
      <p:sp>
        <p:nvSpPr>
          <p:cNvPr id="3" name="テキスト ボックス 2">
            <a:extLst>
              <a:ext uri="{FF2B5EF4-FFF2-40B4-BE49-F238E27FC236}">
                <a16:creationId xmlns:a16="http://schemas.microsoft.com/office/drawing/2014/main" id="{7922877B-C635-743D-53C6-F2083E0134E3}"/>
              </a:ext>
            </a:extLst>
          </p:cNvPr>
          <p:cNvSpPr txBox="1"/>
          <p:nvPr/>
        </p:nvSpPr>
        <p:spPr>
          <a:xfrm>
            <a:off x="262263" y="6427587"/>
            <a:ext cx="4285674" cy="523220"/>
          </a:xfrm>
          <a:prstGeom prst="rect">
            <a:avLst/>
          </a:prstGeom>
          <a:noFill/>
        </p:spPr>
        <p:txBody>
          <a:bodyPr wrap="square">
            <a:spAutoFit/>
          </a:bodyPr>
          <a:lstStyle/>
          <a:p>
            <a:pPr>
              <a:buNone/>
            </a:pPr>
            <a:r>
              <a:rPr lang="en-US" altLang="ja-JP" sz="1400" dirty="0">
                <a:effectLst/>
                <a:latin typeface="Meiryo UI" panose="020B0604030504040204" pitchFamily="50" charset="-128"/>
                <a:ea typeface="Meiryo UI" panose="020B0604030504040204" pitchFamily="50" charset="-128"/>
              </a:rPr>
              <a:t>/images/news/2026/img/01/260123_05_01.jpg</a:t>
            </a:r>
            <a:endParaRPr lang="en-US" altLang="ja-JP" sz="1600" dirty="0">
              <a:effectLst/>
              <a:latin typeface="Arial" panose="020B0604020202020204" pitchFamily="34" charset="0"/>
            </a:endParaRPr>
          </a:p>
        </p:txBody>
      </p:sp>
      <p:sp>
        <p:nvSpPr>
          <p:cNvPr id="5" name="テキスト ボックス 4">
            <a:extLst>
              <a:ext uri="{FF2B5EF4-FFF2-40B4-BE49-F238E27FC236}">
                <a16:creationId xmlns:a16="http://schemas.microsoft.com/office/drawing/2014/main" id="{0F7F2DC0-F81A-2800-B1C2-E8854DC0EB0D}"/>
              </a:ext>
            </a:extLst>
          </p:cNvPr>
          <p:cNvSpPr txBox="1"/>
          <p:nvPr/>
        </p:nvSpPr>
        <p:spPr>
          <a:xfrm>
            <a:off x="4596065" y="6392524"/>
            <a:ext cx="4302774" cy="523220"/>
          </a:xfrm>
          <a:prstGeom prst="rect">
            <a:avLst/>
          </a:prstGeom>
          <a:noFill/>
        </p:spPr>
        <p:txBody>
          <a:bodyPr wrap="square">
            <a:spAutoFit/>
          </a:bodyPr>
          <a:lstStyle/>
          <a:p>
            <a:pPr>
              <a:buNone/>
            </a:pPr>
            <a:r>
              <a:rPr lang="en-US" altLang="ja-JP" sz="1400" dirty="0">
                <a:effectLst/>
                <a:latin typeface="Meiryo UI" panose="020B0604030504040204" pitchFamily="50" charset="-128"/>
                <a:ea typeface="Meiryo UI" panose="020B0604030504040204" pitchFamily="50" charset="-128"/>
              </a:rPr>
              <a:t>/images/news/2026/img/01/260123_05_02.jpg</a:t>
            </a:r>
            <a:endParaRPr lang="en-US" altLang="ja-JP" sz="1600" dirty="0">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161</Words>
  <Application>Microsoft Office PowerPoint</Application>
  <PresentationFormat>ユーザー設定</PresentationFormat>
  <Paragraphs>8</Paragraphs>
  <Slides>1</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Meiryo UI</vt:lpstr>
      <vt:lpstr>Arial</vt:lpstr>
      <vt:lpstr>Helvetica</vt:lpstr>
      <vt:lpstr>Simple Light</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zxc5783</cp:lastModifiedBy>
  <cp:revision>2</cp:revision>
  <dcterms:modified xsi:type="dcterms:W3CDTF">2026-01-26T08:03:40Z</dcterms:modified>
</cp:coreProperties>
</file>